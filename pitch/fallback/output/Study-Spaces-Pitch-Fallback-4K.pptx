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20b4ddfbe04fc3" /><Relationship Type="http://schemas.openxmlformats.org/officeDocument/2006/relationships/extended-properties" Target="/docProps/app.xml" Id="R0a2c11c18a294a8b" /><Relationship Type="http://schemas.openxmlformats.org/officeDocument/2006/relationships/officeDocument" Target="/ppt/presentation.xml" Id="Rf8608f30804544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e392cd2f76482c"/>
  </p:sldMasterIdLst>
  <p:notesMasterIdLst>
    <p:notesMasterId xmlns:r="http://schemas.openxmlformats.org/officeDocument/2006/relationships" r:id="R9b3000428ef34c5d"/>
  </p:notesMasterIdLst>
  <p:sldIdLst>
    <p:sldId xmlns:r="http://schemas.openxmlformats.org/officeDocument/2006/relationships" id="256" r:id="R183650ec4ee04fc4"/>
    <p:sldId xmlns:r="http://schemas.openxmlformats.org/officeDocument/2006/relationships" id="257" r:id="R1a3d8598181548f5"/>
    <p:sldId xmlns:r="http://schemas.openxmlformats.org/officeDocument/2006/relationships" id="258" r:id="Rd0276e367ad34351"/>
    <p:sldId xmlns:r="http://schemas.openxmlformats.org/officeDocument/2006/relationships" id="259" r:id="R77e5bd4689b343e8"/>
    <p:sldId xmlns:r="http://schemas.openxmlformats.org/officeDocument/2006/relationships" id="260" r:id="R663f28ff8bc94f92"/>
    <p:sldId xmlns:r="http://schemas.openxmlformats.org/officeDocument/2006/relationships" id="261" r:id="R2af3747aa456461a"/>
    <p:sldId xmlns:r="http://schemas.openxmlformats.org/officeDocument/2006/relationships" id="262" r:id="Rf15d3c6f22a24c36"/>
    <p:sldId xmlns:r="http://schemas.openxmlformats.org/officeDocument/2006/relationships" id="263" r:id="Raaa4e232342e46cd"/>
    <p:sldId xmlns:r="http://schemas.openxmlformats.org/officeDocument/2006/relationships" id="264" r:id="R407de9b24af24351"/>
    <p:sldId xmlns:r="http://schemas.openxmlformats.org/officeDocument/2006/relationships" id="265" r:id="Rb89d2473663f4fc8"/>
    <p:sldId xmlns:r="http://schemas.openxmlformats.org/officeDocument/2006/relationships" id="266" r:id="R5bd565c11d46446b"/>
    <p:sldId xmlns:r="http://schemas.openxmlformats.org/officeDocument/2006/relationships" id="267" r:id="R8b951607f52c4074"/>
    <p:sldId xmlns:r="http://schemas.openxmlformats.org/officeDocument/2006/relationships" id="268" r:id="R646112e609964e97"/>
    <p:sldId xmlns:r="http://schemas.openxmlformats.org/officeDocument/2006/relationships" id="269" r:id="R47e242cba8a249cd"/>
    <p:sldId xmlns:r="http://schemas.openxmlformats.org/officeDocument/2006/relationships" id="270" r:id="R7020bd6c1ed046af"/>
    <p:sldId xmlns:r="http://schemas.openxmlformats.org/officeDocument/2006/relationships" id="271" r:id="R05e24206b94046b8"/>
    <p:sldId xmlns:r="http://schemas.openxmlformats.org/officeDocument/2006/relationships" id="272" r:id="Rf0ba5d444c5e4f78"/>
    <p:sldId xmlns:r="http://schemas.openxmlformats.org/officeDocument/2006/relationships" id="273" r:id="R097d54d5a98941b0"/>
    <p:sldId xmlns:r="http://schemas.openxmlformats.org/officeDocument/2006/relationships" id="274" r:id="R0b4c7996885c4d50"/>
    <p:sldId xmlns:r="http://schemas.openxmlformats.org/officeDocument/2006/relationships" id="275" r:id="R5fcb32da0c3d46b2"/>
    <p:sldId xmlns:r="http://schemas.openxmlformats.org/officeDocument/2006/relationships" id="276" r:id="R1379e82b766c4742"/>
    <p:sldId xmlns:r="http://schemas.openxmlformats.org/officeDocument/2006/relationships" id="277" r:id="Rc3bcde5554174e0d"/>
    <p:sldId xmlns:r="http://schemas.openxmlformats.org/officeDocument/2006/relationships" id="278" r:id="Rfd46137eafb04d42"/>
    <p:sldId xmlns:r="http://schemas.openxmlformats.org/officeDocument/2006/relationships" id="279" r:id="R6c2f3c6db380481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8036fb72b84e0d" /><Relationship Type="http://schemas.openxmlformats.org/officeDocument/2006/relationships/slideMaster" Target="/ppt/slideMasters/slideMaster1.xml" Id="Rc9e392cd2f76482c" /><Relationship Type="http://schemas.openxmlformats.org/officeDocument/2006/relationships/notesMaster" Target="/ppt/notesMasters/notesMaster1.xml" Id="R9b3000428ef34c5d" /><Relationship Type="http://schemas.openxmlformats.org/officeDocument/2006/relationships/presProps" Target="/ppt/presProps.xml" Id="R0d7605c8deec4b45" /><Relationship Type="http://schemas.openxmlformats.org/officeDocument/2006/relationships/tableStyles" Target="/ppt/tableStyles.xml" Id="R5e1c30b4f70d48a9" /><Relationship Type="http://schemas.openxmlformats.org/officeDocument/2006/relationships/slide" Target="/ppt/slides/slide1.xml" Id="R183650ec4ee04fc4" /><Relationship Type="http://schemas.openxmlformats.org/officeDocument/2006/relationships/slide" Target="/ppt/slides/slide2.xml" Id="R1a3d8598181548f5" /><Relationship Type="http://schemas.openxmlformats.org/officeDocument/2006/relationships/slide" Target="/ppt/slides/slide3.xml" Id="Rd0276e367ad34351" /><Relationship Type="http://schemas.openxmlformats.org/officeDocument/2006/relationships/slide" Target="/ppt/slides/slide4.xml" Id="R77e5bd4689b343e8" /><Relationship Type="http://schemas.openxmlformats.org/officeDocument/2006/relationships/slide" Target="/ppt/slides/slide5.xml" Id="R663f28ff8bc94f92" /><Relationship Type="http://schemas.openxmlformats.org/officeDocument/2006/relationships/slide" Target="/ppt/slides/slide6.xml" Id="R2af3747aa456461a" /><Relationship Type="http://schemas.openxmlformats.org/officeDocument/2006/relationships/slide" Target="/ppt/slides/slide7.xml" Id="Rf15d3c6f22a24c36" /><Relationship Type="http://schemas.openxmlformats.org/officeDocument/2006/relationships/slide" Target="/ppt/slides/slide8.xml" Id="Raaa4e232342e46cd" /><Relationship Type="http://schemas.openxmlformats.org/officeDocument/2006/relationships/slide" Target="/ppt/slides/slide9.xml" Id="R407de9b24af24351" /><Relationship Type="http://schemas.openxmlformats.org/officeDocument/2006/relationships/slide" Target="/ppt/slides/slide10.xml" Id="Rb89d2473663f4fc8" /><Relationship Type="http://schemas.openxmlformats.org/officeDocument/2006/relationships/slide" Target="/ppt/slides/slide11.xml" Id="R5bd565c11d46446b" /><Relationship Type="http://schemas.openxmlformats.org/officeDocument/2006/relationships/slide" Target="/ppt/slides/slide12.xml" Id="R8b951607f52c4074" /><Relationship Type="http://schemas.openxmlformats.org/officeDocument/2006/relationships/slide" Target="/ppt/slides/slide13.xml" Id="R646112e609964e97" /><Relationship Type="http://schemas.openxmlformats.org/officeDocument/2006/relationships/slide" Target="/ppt/slides/slide14.xml" Id="R47e242cba8a249cd" /><Relationship Type="http://schemas.openxmlformats.org/officeDocument/2006/relationships/slide" Target="/ppt/slides/slide15.xml" Id="R7020bd6c1ed046af" /><Relationship Type="http://schemas.openxmlformats.org/officeDocument/2006/relationships/slide" Target="/ppt/slides/slide16.xml" Id="R05e24206b94046b8" /><Relationship Type="http://schemas.openxmlformats.org/officeDocument/2006/relationships/slide" Target="/ppt/slides/slide17.xml" Id="Rf0ba5d444c5e4f78" /><Relationship Type="http://schemas.openxmlformats.org/officeDocument/2006/relationships/slide" Target="/ppt/slides/slide18.xml" Id="R097d54d5a98941b0" /><Relationship Type="http://schemas.openxmlformats.org/officeDocument/2006/relationships/slide" Target="/ppt/slides/slide19.xml" Id="R0b4c7996885c4d50" /><Relationship Type="http://schemas.openxmlformats.org/officeDocument/2006/relationships/slide" Target="/ppt/slides/slide20.xml" Id="R5fcb32da0c3d46b2" /><Relationship Type="http://schemas.openxmlformats.org/officeDocument/2006/relationships/slide" Target="/ppt/slides/slide21.xml" Id="R1379e82b766c4742" /><Relationship Type="http://schemas.openxmlformats.org/officeDocument/2006/relationships/slide" Target="/ppt/slides/slide22.xml" Id="Rc3bcde5554174e0d" /><Relationship Type="http://schemas.openxmlformats.org/officeDocument/2006/relationships/slide" Target="/ppt/slides/slide23.xml" Id="Rfd46137eafb04d42" /><Relationship Type="http://schemas.openxmlformats.org/officeDocument/2006/relationships/slide" Target="/ppt/slides/slide24.xml" Id="R6c2f3c6db38048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75c03ac50b46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c1cc7b831f4bf4" /><Relationship Type="http://schemas.openxmlformats.org/officeDocument/2006/relationships/notesMaster" Target="/ppt/notesMasters/notesMaster1.xml" Id="R8022d1268a1544f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38a735f681434f" /><Relationship Type="http://schemas.openxmlformats.org/officeDocument/2006/relationships/notesMaster" Target="/ppt/notesMasters/notesMaster1.xml" Id="Rf3a649de6ebd4b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14bcd055f340fd" /><Relationship Type="http://schemas.openxmlformats.org/officeDocument/2006/relationships/notesMaster" Target="/ppt/notesMasters/notesMaster1.xml" Id="R94a1bcd4d6364a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6ce59fe40f4d36" /><Relationship Type="http://schemas.openxmlformats.org/officeDocument/2006/relationships/notesMaster" Target="/ppt/notesMasters/notesMaster1.xml" Id="R0a7af7b431ff46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129f959461496e" /><Relationship Type="http://schemas.openxmlformats.org/officeDocument/2006/relationships/notesMaster" Target="/ppt/notesMasters/notesMaster1.xml" Id="R92f7b03f6e99456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f96cfa27064483" /><Relationship Type="http://schemas.openxmlformats.org/officeDocument/2006/relationships/notesMaster" Target="/ppt/notesMasters/notesMaster1.xml" Id="R25791efea3434b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27f29a93ade4a93" /><Relationship Type="http://schemas.openxmlformats.org/officeDocument/2006/relationships/notesMaster" Target="/ppt/notesMasters/notesMaster1.xml" Id="R15625c5baba84dd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5779e2d10d4555" /><Relationship Type="http://schemas.openxmlformats.org/officeDocument/2006/relationships/notesMaster" Target="/ppt/notesMasters/notesMaster1.xml" Id="R7d462cdb138f461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63258072f0b4f5c" /><Relationship Type="http://schemas.openxmlformats.org/officeDocument/2006/relationships/notesMaster" Target="/ppt/notesMasters/notesMaster1.xml" Id="Rbcbae446893545f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2fdca9ed2bb4367" /><Relationship Type="http://schemas.openxmlformats.org/officeDocument/2006/relationships/notesMaster" Target="/ppt/notesMasters/notesMaster1.xml" Id="Ra12cf8c3133b409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f10466389bc4cac" /><Relationship Type="http://schemas.openxmlformats.org/officeDocument/2006/relationships/notesMaster" Target="/ppt/notesMasters/notesMaster1.xml" Id="Rdf2d4093df4f459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6d59d79d16644b0" /><Relationship Type="http://schemas.openxmlformats.org/officeDocument/2006/relationships/notesMaster" Target="/ppt/notesMasters/notesMaster1.xml" Id="Rf4b2159e8fde4b6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3b322b362054288" /><Relationship Type="http://schemas.openxmlformats.org/officeDocument/2006/relationships/notesMaster" Target="/ppt/notesMasters/notesMaster1.xml" Id="R960a32710ffd47a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1ed9f73b8d54458" /><Relationship Type="http://schemas.openxmlformats.org/officeDocument/2006/relationships/notesMaster" Target="/ppt/notesMasters/notesMaster1.xml" Id="R394f02dc3014463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2d08dd608a443e7" /><Relationship Type="http://schemas.openxmlformats.org/officeDocument/2006/relationships/notesMaster" Target="/ppt/notesMasters/notesMaster1.xml" Id="Raf1c62d0ca37480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511f6a250fb4ae5" /><Relationship Type="http://schemas.openxmlformats.org/officeDocument/2006/relationships/notesMaster" Target="/ppt/notesMasters/notesMaster1.xml" Id="R59438eb7c89d4d4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748ec3aee62421b" /><Relationship Type="http://schemas.openxmlformats.org/officeDocument/2006/relationships/notesMaster" Target="/ppt/notesMasters/notesMaster1.xml" Id="Rec0fcace2fd941b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7349efcbe0c4df2" /><Relationship Type="http://schemas.openxmlformats.org/officeDocument/2006/relationships/notesMaster" Target="/ppt/notesMasters/notesMaster1.xml" Id="Rf8ab11126f874f3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a55879f910b4787" /><Relationship Type="http://schemas.openxmlformats.org/officeDocument/2006/relationships/notesMaster" Target="/ppt/notesMasters/notesMaster1.xml" Id="R3d4be083033f4c7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7c3f33f62134a88" /><Relationship Type="http://schemas.openxmlformats.org/officeDocument/2006/relationships/notesMaster" Target="/ppt/notesMasters/notesMaster1.xml" Id="R9c0b793599354c3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43aced88b1a4a3b" /><Relationship Type="http://schemas.openxmlformats.org/officeDocument/2006/relationships/notesMaster" Target="/ppt/notesMasters/notesMaster1.xml" Id="R0eeba5b417294ed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dfbce51810449de" /><Relationship Type="http://schemas.openxmlformats.org/officeDocument/2006/relationships/notesMaster" Target="/ppt/notesMasters/notesMaster1.xml" Id="R8be2b18239a3409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eb07c2b4f1e489d" /><Relationship Type="http://schemas.openxmlformats.org/officeDocument/2006/relationships/notesMaster" Target="/ppt/notesMasters/notesMaster1.xml" Id="R41945ff8a3464c3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dc409f39222446d" /><Relationship Type="http://schemas.openxmlformats.org/officeDocument/2006/relationships/notesMaster" Target="/ppt/notesMasters/notesMaster1.xml" Id="Rb07ea16cfe5340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Another day at ETH. Lectures are finished. Now you need somewhere to study.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walk through the buildings looking for a free seat.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first room is full.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 is the next 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have spent your time finding a seat instead of studying.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There has to be an easier way.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Check availability across the whole campus. Book a seat from the toilet.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Find a study space on Home or explore the campus map.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See workspaces across ETH and explore the floors in 3D.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Pick a free seat in the room layout.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seat is held while you go there. Check in before the reservation expires.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live demonstration moves to the teammate's phone and camera feed.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Each seat has its own QR code. Scanning the matching code confirms arrival and starts the session.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check-in starts the study session. The seat is now yours.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QR check-in starts the session when the student reaches the seat.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Sessions are limited. The current student gets the first chance to extend.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handover helps the next student take over the seat.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timed break lets you get a coffee without holding the seat indefinitely.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Create a study group and find seats together with friends.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ETH sign-in, campus-specific access and a 3D campus map. Free for students. University administration makes the system official and authoritative.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Start with a pilot in one library.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Admins map rooms and seats in the admin panel. Expand the pilot across ETH.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system can work at other universities. Each university makes it official and authoritative.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 stress and less wandering. More time studying, together.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c449cb239f422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8f3b96d71443b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4187492f93447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f53258b9fd473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efd231eb0b404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0417991ffe4ab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FE3820D-D991-4D3A-A619-31A0DDE991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8EC3015-8E1A-420A-BA55-65EE56BF6B4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073FF7B-6F06-4B16-8F35-BDE76E9A36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FCED7D5-83A8-4E4F-94C0-DC65714F29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1406A1B-83B3-403A-BC8D-913F917857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F6FE20E-58CB-45E4-BB40-0DC90A1AA6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6D62C9D-F07A-4FD9-921A-819C7DB476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9FDD97E-EB31-4C16-9ABF-1820F6781B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ABDBEC9-8B8E-4408-B208-9B2B95F310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8F71629-3ACD-4B45-9107-7DE1B39A81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8e270d8e5042e7" /><Relationship Type="http://schemas.openxmlformats.org/officeDocument/2006/relationships/slideLayout" Target="/ppt/slideLayouts/slideLayout1.xml" Id="R6cf7a614dfaf46c5" /><Relationship Type="http://schemas.openxmlformats.org/officeDocument/2006/relationships/slideLayout" Target="/ppt/slideLayouts/slideLayout2.xml" Id="Rfc4ba921d1c94957" /><Relationship Type="http://schemas.openxmlformats.org/officeDocument/2006/relationships/slideLayout" Target="/ppt/slideLayouts/slideLayout3.xml" Id="Rcfa1a5b88f174c5b" /><Relationship Type="http://schemas.openxmlformats.org/officeDocument/2006/relationships/slideLayout" Target="/ppt/slideLayouts/slideLayout4.xml" Id="Rf3e6a11f6ddc4edc" /><Relationship Type="http://schemas.openxmlformats.org/officeDocument/2006/relationships/slideLayout" Target="/ppt/slideLayouts/slideLayout5.xml" Id="R49b2a36761b64147" /><Relationship Type="http://schemas.openxmlformats.org/officeDocument/2006/relationships/slideLayout" Target="/ppt/slideLayouts/slideLayout6.xml" Id="R0529490e509845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f7a614dfaf46c5"/>
    <p:sldLayoutId xmlns:r="http://schemas.openxmlformats.org/officeDocument/2006/relationships" id="2147483650" r:id="Rfc4ba921d1c94957"/>
    <p:sldLayoutId xmlns:r="http://schemas.openxmlformats.org/officeDocument/2006/relationships" id="2147483651" r:id="Rcfa1a5b88f174c5b"/>
    <p:sldLayoutId xmlns:r="http://schemas.openxmlformats.org/officeDocument/2006/relationships" id="2147483652" r:id="Rf3e6a11f6ddc4edc"/>
    <p:sldLayoutId xmlns:r="http://schemas.openxmlformats.org/officeDocument/2006/relationships" id="2147483653" r:id="R49b2a36761b64147"/>
    <p:sldLayoutId xmlns:r="http://schemas.openxmlformats.org/officeDocument/2006/relationships" id="2147483654" r:id="R0529490e509845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d01198c02f4b76" /><Relationship Type="http://schemas.openxmlformats.org/officeDocument/2006/relationships/image" Target="/ppt/media/image.jpeg" Id="Re91ddb67ab6749b5" /><Relationship Type="http://schemas.openxmlformats.org/officeDocument/2006/relationships/notesSlide" Target="/ppt/notesSlides/notesSlide1.xml" Id="Rfa031e9020284f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e904f38f5443da" /><Relationship Type="http://schemas.openxmlformats.org/officeDocument/2006/relationships/image" Target="/ppt/media/image2.jpeg" Id="R74c550bf8a8149f3" /><Relationship Type="http://schemas.openxmlformats.org/officeDocument/2006/relationships/notesSlide" Target="/ppt/notesSlides/notesSlide2.xml" Id="R312a63cb609340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595ccb03c241db" /><Relationship Type="http://schemas.openxmlformats.org/officeDocument/2006/relationships/image" Target="/ppt/media/image3.jpeg" Id="R56ad406f9ee74352" /><Relationship Type="http://schemas.openxmlformats.org/officeDocument/2006/relationships/notesSlide" Target="/ppt/notesSlides/notesSlide3.xml" Id="Ra8c62132eb8049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5181ae6d154d64" /><Relationship Type="http://schemas.openxmlformats.org/officeDocument/2006/relationships/image" Target="/ppt/media/image4.jpeg" Id="R986c38ea85e64282" /><Relationship Type="http://schemas.openxmlformats.org/officeDocument/2006/relationships/notesSlide" Target="/ppt/notesSlides/notesSlide4.xml" Id="R6d64be33216d43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a172f78aa34bb0" /><Relationship Type="http://schemas.openxmlformats.org/officeDocument/2006/relationships/image" Target="/ppt/media/image5.jpeg" Id="R61e27591670e4f89" /><Relationship Type="http://schemas.openxmlformats.org/officeDocument/2006/relationships/notesSlide" Target="/ppt/notesSlides/notesSlide5.xml" Id="R853e321268d347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8ae57264d345aa" /><Relationship Type="http://schemas.openxmlformats.org/officeDocument/2006/relationships/image" Target="/ppt/media/image6.jpeg" Id="R828acd0b720b4cfb" /><Relationship Type="http://schemas.openxmlformats.org/officeDocument/2006/relationships/notesSlide" Target="/ppt/notesSlides/notesSlide6.xml" Id="R5e932b368c40426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c4e39f12404857" /><Relationship Type="http://schemas.openxmlformats.org/officeDocument/2006/relationships/image" Target="/ppt/media/image7.jpeg" Id="R5f266f4b6d4d407d" /><Relationship Type="http://schemas.openxmlformats.org/officeDocument/2006/relationships/notesSlide" Target="/ppt/notesSlides/notesSlide7.xml" Id="Re09385bcc00c437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05edced9c9495b" /><Relationship Type="http://schemas.openxmlformats.org/officeDocument/2006/relationships/image" Target="/ppt/media/image8.jpeg" Id="Re2ea475da0cf46f0" /><Relationship Type="http://schemas.openxmlformats.org/officeDocument/2006/relationships/notesSlide" Target="/ppt/notesSlides/notesSlide8.xml" Id="R8c085d85b0b0402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2731568cdb488f" /><Relationship Type="http://schemas.openxmlformats.org/officeDocument/2006/relationships/image" Target="/ppt/media/image9.jpeg" Id="Rb177b9a2cedc4cf8" /><Relationship Type="http://schemas.openxmlformats.org/officeDocument/2006/relationships/notesSlide" Target="/ppt/notesSlides/notesSlide9.xml" Id="Rc3894982762a4c6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dc7b7e452647f2" /><Relationship Type="http://schemas.openxmlformats.org/officeDocument/2006/relationships/image" Target="/ppt/media/image10.jpeg" Id="Rcee8d8d195b5482c" /><Relationship Type="http://schemas.openxmlformats.org/officeDocument/2006/relationships/notesSlide" Target="/ppt/notesSlides/notesSlide10.xml" Id="R9aeabbbd4d4b406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bc2299ddb34f4a" /><Relationship Type="http://schemas.openxmlformats.org/officeDocument/2006/relationships/image" Target="/ppt/media/image11.jpeg" Id="R2855c85116314d31" /><Relationship Type="http://schemas.openxmlformats.org/officeDocument/2006/relationships/notesSlide" Target="/ppt/notesSlides/notesSlide11.xml" Id="R750289b2624d420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f4f3eb238140b6" /><Relationship Type="http://schemas.openxmlformats.org/officeDocument/2006/relationships/image" Target="/ppt/media/image12.jpeg" Id="Re6bda591d65647d1" /><Relationship Type="http://schemas.openxmlformats.org/officeDocument/2006/relationships/notesSlide" Target="/ppt/notesSlides/notesSlide12.xml" Id="R26de0fa744344c4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442f3361184fba" /><Relationship Type="http://schemas.openxmlformats.org/officeDocument/2006/relationships/image" Target="/ppt/media/image13.jpeg" Id="R35f3fe5b67004c8e" /><Relationship Type="http://schemas.openxmlformats.org/officeDocument/2006/relationships/notesSlide" Target="/ppt/notesSlides/notesSlide13.xml" Id="Ra5b5dd39be4b4b7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70dcd4d3934770" /><Relationship Type="http://schemas.openxmlformats.org/officeDocument/2006/relationships/image" Target="/ppt/media/image14.jpeg" Id="Rf6a87ca4157f47af" /><Relationship Type="http://schemas.openxmlformats.org/officeDocument/2006/relationships/notesSlide" Target="/ppt/notesSlides/notesSlide14.xml" Id="R70d4dc87be8c4fb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a57e68bfcd4d85" /><Relationship Type="http://schemas.openxmlformats.org/officeDocument/2006/relationships/image" Target="/ppt/media/image15.jpeg" Id="Rabfba11df8ac4717" /><Relationship Type="http://schemas.openxmlformats.org/officeDocument/2006/relationships/notesSlide" Target="/ppt/notesSlides/notesSlide15.xml" Id="R544f6f530ca2422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7ca8de73644a3d" /><Relationship Type="http://schemas.openxmlformats.org/officeDocument/2006/relationships/image" Target="/ppt/media/image16.jpeg" Id="R7b27ee8d082743ef" /><Relationship Type="http://schemas.openxmlformats.org/officeDocument/2006/relationships/notesSlide" Target="/ppt/notesSlides/notesSlide16.xml" Id="R33a662e748604c4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3b4a3de3a9427d" /><Relationship Type="http://schemas.openxmlformats.org/officeDocument/2006/relationships/image" Target="/ppt/media/image17.jpeg" Id="Rf72f4f254ce24ede" /><Relationship Type="http://schemas.openxmlformats.org/officeDocument/2006/relationships/notesSlide" Target="/ppt/notesSlides/notesSlide17.xml" Id="R6c69bd71abd7444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c6543700fa4c7c" /><Relationship Type="http://schemas.openxmlformats.org/officeDocument/2006/relationships/image" Target="/ppt/media/image18.jpeg" Id="R7afd56684f9649de" /><Relationship Type="http://schemas.openxmlformats.org/officeDocument/2006/relationships/notesSlide" Target="/ppt/notesSlides/notesSlide18.xml" Id="R567f2157d84b417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b76a8b64234941" /><Relationship Type="http://schemas.openxmlformats.org/officeDocument/2006/relationships/image" Target="/ppt/media/image19.jpeg" Id="Ra1889b5a299744d9" /><Relationship Type="http://schemas.openxmlformats.org/officeDocument/2006/relationships/notesSlide" Target="/ppt/notesSlides/notesSlide19.xml" Id="R68b500fbcb0a431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6e3d63be8a47c6" /><Relationship Type="http://schemas.openxmlformats.org/officeDocument/2006/relationships/image" Target="/ppt/media/image20.jpeg" Id="R8b38ac717d0047d9" /><Relationship Type="http://schemas.openxmlformats.org/officeDocument/2006/relationships/notesSlide" Target="/ppt/notesSlides/notesSlide20.xml" Id="R3291d205c6df4ef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cdc354b5cd4485" /><Relationship Type="http://schemas.openxmlformats.org/officeDocument/2006/relationships/image" Target="/ppt/media/image21.jpeg" Id="Ra67ebc376531495e" /><Relationship Type="http://schemas.openxmlformats.org/officeDocument/2006/relationships/notesSlide" Target="/ppt/notesSlides/notesSlide21.xml" Id="Re356ebe6ceb74f8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3314014a054609" /><Relationship Type="http://schemas.openxmlformats.org/officeDocument/2006/relationships/image" Target="/ppt/media/image22.jpeg" Id="R861c7886f4724e42" /><Relationship Type="http://schemas.openxmlformats.org/officeDocument/2006/relationships/notesSlide" Target="/ppt/notesSlides/notesSlide22.xml" Id="R88b52aad6dce410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9c6c1767004a78" /><Relationship Type="http://schemas.openxmlformats.org/officeDocument/2006/relationships/image" Target="/ppt/media/image23.jpeg" Id="Ra862471ea9314b90" /><Relationship Type="http://schemas.openxmlformats.org/officeDocument/2006/relationships/notesSlide" Target="/ppt/notesSlides/notesSlide23.xml" Id="R575a2c69eb374eb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90d596273044fa" /><Relationship Type="http://schemas.openxmlformats.org/officeDocument/2006/relationships/image" Target="/ppt/media/image24.jpeg" Id="R01fb7c1f2088452f" /><Relationship Type="http://schemas.openxmlformats.org/officeDocument/2006/relationships/notesSlide" Target="/ppt/notesSlides/notesSlide24.xml" Id="R5685a1905d5444e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DD5BF8-C9BE-4DBE-AF23-BC83B48F6D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1ddb67ab6749b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75412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DACA23-B50C-4BA7-B674-143471A457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c550bf8a8149f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72393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A5DE05-9335-4395-89D6-759ED37152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ad406f9ee7435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44925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D200CA-FB6D-4959-8AA8-50AB8CB3CD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6c38ea85e6428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5735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13F479-4B02-43FE-B8AD-C5BC7BF1F3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e27591670e4f8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72781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09152B-1111-49BD-A835-D03D851C7C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8acd0b720b4cfb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28757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5F9E9E-584D-40F8-A5A8-994C99FBAE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266f4b6d4d407d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84446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DEE35A-0568-46BE-BE02-9636F81B89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ea475da0cf46f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58640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5E634D-F028-4D3E-A23F-B421395EF6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77b9a2cedc4cf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80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510686-B526-49EA-A4A0-5400AA669D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e8d8d195b5482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36786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ED92E2-7EA0-4B40-BD05-CA9A57996B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55c85116314d31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2538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CD7B2D-27D2-4DA7-98CD-60FD24EFBB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bda591d65647d1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4958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27F9C4-8929-461D-B805-A9CE622F78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f3fe5b67004c8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45516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C6E303-3DC2-44B5-92BE-600787E783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a87ca4157f47a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16294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074AA1-F3A1-4158-A79F-1F32C94CE9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fba11df8ac471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291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A54454-2593-482F-A4CC-1EE2E53535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27ee8d082743e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76688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DE4F13-5939-4494-A1CD-5C7FA32A50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2f4f254ce24ed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33154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B38D70-1423-43EA-8CDA-F7D49041DB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fd56684f9649d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6677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AA2C61-6B78-4139-8E26-CB94E94ABC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889b5a299744d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266003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A66A03-8F98-4F28-A6A2-F49F33B90A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38ac717d0047d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707578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1421C9-77A1-495B-9450-A4A9A2BCE9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7ebc376531495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064808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35BBCD-9A90-40E9-9E96-0DF6163E39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1c7886f4724e4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336817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EE6493-DC38-4637-A8E1-FE3A1E935C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62471ea9314b9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96748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3272D6-535E-485B-84F5-23F330864B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fb7c1f2088452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620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2026-10-11T09:18:26.4070000Z</dcterms:created>
  <dcterms:modified xsi:type="dcterms:W3CDTF">2026-10-11T09:18:26.4070000Z</dcterms:modified>
</coreProperties>
</file>