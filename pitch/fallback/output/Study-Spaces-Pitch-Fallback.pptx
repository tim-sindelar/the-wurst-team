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817b8b4fd14f14" /><Relationship Type="http://schemas.openxmlformats.org/officeDocument/2006/relationships/extended-properties" Target="/docProps/app.xml" Id="R4b4a8578f8844ea4" /><Relationship Type="http://schemas.openxmlformats.org/officeDocument/2006/relationships/officeDocument" Target="/ppt/presentation.xml" Id="R6e630e1a1024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a44a7d23cb4d8f"/>
  </p:sldMasterIdLst>
  <p:notesMasterIdLst>
    <p:notesMasterId xmlns:r="http://schemas.openxmlformats.org/officeDocument/2006/relationships" r:id="R7d4ba62e414c4f04"/>
  </p:notesMasterIdLst>
  <p:sldIdLst>
    <p:sldId xmlns:r="http://schemas.openxmlformats.org/officeDocument/2006/relationships" id="256" r:id="R683971db18f24994"/>
    <p:sldId xmlns:r="http://schemas.openxmlformats.org/officeDocument/2006/relationships" id="257" r:id="R96119e19ef3941a7"/>
    <p:sldId xmlns:r="http://schemas.openxmlformats.org/officeDocument/2006/relationships" id="258" r:id="R09d9fad70fec4a11"/>
    <p:sldId xmlns:r="http://schemas.openxmlformats.org/officeDocument/2006/relationships" id="259" r:id="R0272cd913f0e46be"/>
    <p:sldId xmlns:r="http://schemas.openxmlformats.org/officeDocument/2006/relationships" id="260" r:id="R86bde6e5fcd94015"/>
    <p:sldId xmlns:r="http://schemas.openxmlformats.org/officeDocument/2006/relationships" id="261" r:id="R1f54b5bc40424e2c"/>
    <p:sldId xmlns:r="http://schemas.openxmlformats.org/officeDocument/2006/relationships" id="262" r:id="Ra321b407e5dc4a49"/>
    <p:sldId xmlns:r="http://schemas.openxmlformats.org/officeDocument/2006/relationships" id="263" r:id="R51fed1007c45450c"/>
    <p:sldId xmlns:r="http://schemas.openxmlformats.org/officeDocument/2006/relationships" id="264" r:id="R84a4420541c84e9f"/>
    <p:sldId xmlns:r="http://schemas.openxmlformats.org/officeDocument/2006/relationships" id="265" r:id="Rff1f171625a34a5c"/>
    <p:sldId xmlns:r="http://schemas.openxmlformats.org/officeDocument/2006/relationships" id="266" r:id="R110cac29dd4d45ed"/>
    <p:sldId xmlns:r="http://schemas.openxmlformats.org/officeDocument/2006/relationships" id="267" r:id="Re1a3d9c18fad4b99"/>
    <p:sldId xmlns:r="http://schemas.openxmlformats.org/officeDocument/2006/relationships" id="268" r:id="Raf5cc724c29143da"/>
    <p:sldId xmlns:r="http://schemas.openxmlformats.org/officeDocument/2006/relationships" id="269" r:id="R4ca83c0eff174a86"/>
    <p:sldId xmlns:r="http://schemas.openxmlformats.org/officeDocument/2006/relationships" id="270" r:id="R6fe052b948864d9e"/>
    <p:sldId xmlns:r="http://schemas.openxmlformats.org/officeDocument/2006/relationships" id="271" r:id="Race8beb090c5453c"/>
    <p:sldId xmlns:r="http://schemas.openxmlformats.org/officeDocument/2006/relationships" id="272" r:id="R204ad678811a47d5"/>
    <p:sldId xmlns:r="http://schemas.openxmlformats.org/officeDocument/2006/relationships" id="273" r:id="R552af1db39844510"/>
    <p:sldId xmlns:r="http://schemas.openxmlformats.org/officeDocument/2006/relationships" id="274" r:id="R649b615fa288455a"/>
    <p:sldId xmlns:r="http://schemas.openxmlformats.org/officeDocument/2006/relationships" id="275" r:id="R784b1a856b564220"/>
    <p:sldId xmlns:r="http://schemas.openxmlformats.org/officeDocument/2006/relationships" id="276" r:id="R43ffbb907c404ffc"/>
    <p:sldId xmlns:r="http://schemas.openxmlformats.org/officeDocument/2006/relationships" id="277" r:id="R826b6117d27a4c2d"/>
    <p:sldId xmlns:r="http://schemas.openxmlformats.org/officeDocument/2006/relationships" id="278" r:id="Reaccddc08d464446"/>
    <p:sldId xmlns:r="http://schemas.openxmlformats.org/officeDocument/2006/relationships" id="279" r:id="R229d4d6f2bfa40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2795fc3f434528" /><Relationship Type="http://schemas.openxmlformats.org/officeDocument/2006/relationships/slideMaster" Target="/ppt/slideMasters/slideMaster1.xml" Id="R0ba44a7d23cb4d8f" /><Relationship Type="http://schemas.openxmlformats.org/officeDocument/2006/relationships/notesMaster" Target="/ppt/notesMasters/notesMaster1.xml" Id="R7d4ba62e414c4f04" /><Relationship Type="http://schemas.openxmlformats.org/officeDocument/2006/relationships/presProps" Target="/ppt/presProps.xml" Id="R9c26e13ff12e4cfb" /><Relationship Type="http://schemas.openxmlformats.org/officeDocument/2006/relationships/tableStyles" Target="/ppt/tableStyles.xml" Id="R10c1183c0eb14cc2" /><Relationship Type="http://schemas.openxmlformats.org/officeDocument/2006/relationships/slide" Target="/ppt/slides/slide1.xml" Id="R683971db18f24994" /><Relationship Type="http://schemas.openxmlformats.org/officeDocument/2006/relationships/slide" Target="/ppt/slides/slide2.xml" Id="R96119e19ef3941a7" /><Relationship Type="http://schemas.openxmlformats.org/officeDocument/2006/relationships/slide" Target="/ppt/slides/slide3.xml" Id="R09d9fad70fec4a11" /><Relationship Type="http://schemas.openxmlformats.org/officeDocument/2006/relationships/slide" Target="/ppt/slides/slide4.xml" Id="R0272cd913f0e46be" /><Relationship Type="http://schemas.openxmlformats.org/officeDocument/2006/relationships/slide" Target="/ppt/slides/slide5.xml" Id="R86bde6e5fcd94015" /><Relationship Type="http://schemas.openxmlformats.org/officeDocument/2006/relationships/slide" Target="/ppt/slides/slide6.xml" Id="R1f54b5bc40424e2c" /><Relationship Type="http://schemas.openxmlformats.org/officeDocument/2006/relationships/slide" Target="/ppt/slides/slide7.xml" Id="Ra321b407e5dc4a49" /><Relationship Type="http://schemas.openxmlformats.org/officeDocument/2006/relationships/slide" Target="/ppt/slides/slide8.xml" Id="R51fed1007c45450c" /><Relationship Type="http://schemas.openxmlformats.org/officeDocument/2006/relationships/slide" Target="/ppt/slides/slide9.xml" Id="R84a4420541c84e9f" /><Relationship Type="http://schemas.openxmlformats.org/officeDocument/2006/relationships/slide" Target="/ppt/slides/slide10.xml" Id="Rff1f171625a34a5c" /><Relationship Type="http://schemas.openxmlformats.org/officeDocument/2006/relationships/slide" Target="/ppt/slides/slide11.xml" Id="R110cac29dd4d45ed" /><Relationship Type="http://schemas.openxmlformats.org/officeDocument/2006/relationships/slide" Target="/ppt/slides/slide12.xml" Id="Re1a3d9c18fad4b99" /><Relationship Type="http://schemas.openxmlformats.org/officeDocument/2006/relationships/slide" Target="/ppt/slides/slide13.xml" Id="Raf5cc724c29143da" /><Relationship Type="http://schemas.openxmlformats.org/officeDocument/2006/relationships/slide" Target="/ppt/slides/slide14.xml" Id="R4ca83c0eff174a86" /><Relationship Type="http://schemas.openxmlformats.org/officeDocument/2006/relationships/slide" Target="/ppt/slides/slide15.xml" Id="R6fe052b948864d9e" /><Relationship Type="http://schemas.openxmlformats.org/officeDocument/2006/relationships/slide" Target="/ppt/slides/slide16.xml" Id="Race8beb090c5453c" /><Relationship Type="http://schemas.openxmlformats.org/officeDocument/2006/relationships/slide" Target="/ppt/slides/slide17.xml" Id="R204ad678811a47d5" /><Relationship Type="http://schemas.openxmlformats.org/officeDocument/2006/relationships/slide" Target="/ppt/slides/slide18.xml" Id="R552af1db39844510" /><Relationship Type="http://schemas.openxmlformats.org/officeDocument/2006/relationships/slide" Target="/ppt/slides/slide19.xml" Id="R649b615fa288455a" /><Relationship Type="http://schemas.openxmlformats.org/officeDocument/2006/relationships/slide" Target="/ppt/slides/slide20.xml" Id="R784b1a856b564220" /><Relationship Type="http://schemas.openxmlformats.org/officeDocument/2006/relationships/slide" Target="/ppt/slides/slide21.xml" Id="R43ffbb907c404ffc" /><Relationship Type="http://schemas.openxmlformats.org/officeDocument/2006/relationships/slide" Target="/ppt/slides/slide22.xml" Id="R826b6117d27a4c2d" /><Relationship Type="http://schemas.openxmlformats.org/officeDocument/2006/relationships/slide" Target="/ppt/slides/slide23.xml" Id="Reaccddc08d464446" /><Relationship Type="http://schemas.openxmlformats.org/officeDocument/2006/relationships/slide" Target="/ppt/slides/slide24.xml" Id="R229d4d6f2bfa40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189ce5242e4b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ade94e3c844e6c" /><Relationship Type="http://schemas.openxmlformats.org/officeDocument/2006/relationships/notesMaster" Target="/ppt/notesMasters/notesMaster1.xml" Id="R6cf69a84d3ec48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02514c54a841b9" /><Relationship Type="http://schemas.openxmlformats.org/officeDocument/2006/relationships/notesMaster" Target="/ppt/notesMasters/notesMaster1.xml" Id="Ra6d9e10ca50040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85ac7a550e45b7" /><Relationship Type="http://schemas.openxmlformats.org/officeDocument/2006/relationships/notesMaster" Target="/ppt/notesMasters/notesMaster1.xml" Id="R74c769c0bbb74e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02977adb784cbf" /><Relationship Type="http://schemas.openxmlformats.org/officeDocument/2006/relationships/notesMaster" Target="/ppt/notesMasters/notesMaster1.xml" Id="Ra84d992a054248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d02f8af53d4e52" /><Relationship Type="http://schemas.openxmlformats.org/officeDocument/2006/relationships/notesMaster" Target="/ppt/notesMasters/notesMaster1.xml" Id="Re502ed71456549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b6dbe6f0904fc7" /><Relationship Type="http://schemas.openxmlformats.org/officeDocument/2006/relationships/notesMaster" Target="/ppt/notesMasters/notesMaster1.xml" Id="R70ede74be9074e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4322857c264f60" /><Relationship Type="http://schemas.openxmlformats.org/officeDocument/2006/relationships/notesMaster" Target="/ppt/notesMasters/notesMaster1.xml" Id="Rc054066032c743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005183923e45e4" /><Relationship Type="http://schemas.openxmlformats.org/officeDocument/2006/relationships/notesMaster" Target="/ppt/notesMasters/notesMaster1.xml" Id="Ra49842b64e8d49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affa6a98c24b0f" /><Relationship Type="http://schemas.openxmlformats.org/officeDocument/2006/relationships/notesMaster" Target="/ppt/notesMasters/notesMaster1.xml" Id="R54e16dbfeba143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4e095258774438" /><Relationship Type="http://schemas.openxmlformats.org/officeDocument/2006/relationships/notesMaster" Target="/ppt/notesMasters/notesMaster1.xml" Id="Refc7a2979a36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9cd31a6e1f4574" /><Relationship Type="http://schemas.openxmlformats.org/officeDocument/2006/relationships/notesMaster" Target="/ppt/notesMasters/notesMaster1.xml" Id="R735d686e258b4e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732c82bc7b46ca" /><Relationship Type="http://schemas.openxmlformats.org/officeDocument/2006/relationships/notesMaster" Target="/ppt/notesMasters/notesMaster1.xml" Id="Rc90ba1b7c48d4d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e65f14c87e4ab8" /><Relationship Type="http://schemas.openxmlformats.org/officeDocument/2006/relationships/notesMaster" Target="/ppt/notesMasters/notesMaster1.xml" Id="Ra16561e7fdec41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f189da36da4458" /><Relationship Type="http://schemas.openxmlformats.org/officeDocument/2006/relationships/notesMaster" Target="/ppt/notesMasters/notesMaster1.xml" Id="R5f208070db114b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709d3aad0c4c46" /><Relationship Type="http://schemas.openxmlformats.org/officeDocument/2006/relationships/notesMaster" Target="/ppt/notesMasters/notesMaster1.xml" Id="R5fa2dea8f9ce44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6e3687a0324d04" /><Relationship Type="http://schemas.openxmlformats.org/officeDocument/2006/relationships/notesMaster" Target="/ppt/notesMasters/notesMaster1.xml" Id="R59a9ea5a250944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ee943783db47d9" /><Relationship Type="http://schemas.openxmlformats.org/officeDocument/2006/relationships/notesMaster" Target="/ppt/notesMasters/notesMaster1.xml" Id="R1b670b073dc94a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d8b4f27ae74dd7" /><Relationship Type="http://schemas.openxmlformats.org/officeDocument/2006/relationships/notesMaster" Target="/ppt/notesMasters/notesMaster1.xml" Id="R18c6a74074d447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e56a799f87453d" /><Relationship Type="http://schemas.openxmlformats.org/officeDocument/2006/relationships/notesMaster" Target="/ppt/notesMasters/notesMaster1.xml" Id="R9d33c98f2ff74d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973b184b304531" /><Relationship Type="http://schemas.openxmlformats.org/officeDocument/2006/relationships/notesMaster" Target="/ppt/notesMasters/notesMaster1.xml" Id="Rf6f0caaf2b6648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9ed30c65dd9417c" /><Relationship Type="http://schemas.openxmlformats.org/officeDocument/2006/relationships/notesMaster" Target="/ppt/notesMasters/notesMaster1.xml" Id="R27f986e87df547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8ae937be3c429f" /><Relationship Type="http://schemas.openxmlformats.org/officeDocument/2006/relationships/notesMaster" Target="/ppt/notesMasters/notesMaster1.xml" Id="R13e8d641842c4b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0a34610b70d4389" /><Relationship Type="http://schemas.openxmlformats.org/officeDocument/2006/relationships/notesMaster" Target="/ppt/notesMasters/notesMaster1.xml" Id="Rc72bc1d69ed04e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ca2033902fc468c" /><Relationship Type="http://schemas.openxmlformats.org/officeDocument/2006/relationships/notesMaster" Target="/ppt/notesMasters/notesMaster1.xml" Id="R5e604b124ba148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Another day at ETH. Lectures are finished. Now you need somewhere to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walk through the buildings looking for a free seat.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room is full.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 is the next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have spent your time finding a seat instead of studying.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has to be an easier 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 availability across the whole campus. Book a seat from the toilet.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Find a study space on Home or explore the campus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workspaces across ETH and explore the floors in 3D.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Pick a free seat in the room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seat is held while you go there. Check in before the reservation expires.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demonstration moves to the teammate's phone and camera feed.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seat has its own QR code. Scanning the matching code confirms arrival and starts the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check-in starts the study session. The seat is now yours.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 check-in starts the session when the student reaches the seat.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Sessions are limited. The current student gets the first chance to extend.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handover helps the next student take over the seat.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timed break lets you get a coffee without holding the seat indefinitely.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a study group and find seats together with friends.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ETH sign-in, campus-specific access and a 3D campus map. Free for students. University administration makes the system official and authoritative.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a pilot in one library.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Admins map rooms and seats in the admin panel. Expand the pilot across ETH.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can work at other universities. Each university makes it official and authoritative.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 stress and less wandering. More time studying,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7990bd46343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875dc46f946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fd0aac45e4f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a71eb88044a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b036fb9e448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34e4b67984e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D93A63-162B-4F2B-91D5-381F79D23D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FAB0A1-0211-4CE8-B81D-F3E34FCB84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382D9D-460B-45A0-90C9-1E9BECDA7B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A8BF1C-6B8C-4DB7-BAB8-8D9F139C3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30B668-F1C5-4EC3-972E-B190703FDC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F366C7-06B8-4468-A831-B4E97EA38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35F4FB-3CF1-4185-A20E-8AD53A6E3B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366DCD-93E1-4C03-B2EA-7053897C18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CFBF1E-FD9B-4EAA-BA15-FFD13077A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041AE8-9FFF-40BB-98F9-A11A5641B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8624e12b0644f5" /><Relationship Type="http://schemas.openxmlformats.org/officeDocument/2006/relationships/slideLayout" Target="/ppt/slideLayouts/slideLayout1.xml" Id="R48fbdd2c6c1e48da" /><Relationship Type="http://schemas.openxmlformats.org/officeDocument/2006/relationships/slideLayout" Target="/ppt/slideLayouts/slideLayout2.xml" Id="Rf18b5d9275e1439e" /><Relationship Type="http://schemas.openxmlformats.org/officeDocument/2006/relationships/slideLayout" Target="/ppt/slideLayouts/slideLayout3.xml" Id="Ree60c0f41902423d" /><Relationship Type="http://schemas.openxmlformats.org/officeDocument/2006/relationships/slideLayout" Target="/ppt/slideLayouts/slideLayout4.xml" Id="R44213c2825184ab3" /><Relationship Type="http://schemas.openxmlformats.org/officeDocument/2006/relationships/slideLayout" Target="/ppt/slideLayouts/slideLayout5.xml" Id="R11adaea637854348" /><Relationship Type="http://schemas.openxmlformats.org/officeDocument/2006/relationships/slideLayout" Target="/ppt/slideLayouts/slideLayout6.xml" Id="R02f9875dbe8b41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bdd2c6c1e48da"/>
    <p:sldLayoutId xmlns:r="http://schemas.openxmlformats.org/officeDocument/2006/relationships" id="2147483650" r:id="Rf18b5d9275e1439e"/>
    <p:sldLayoutId xmlns:r="http://schemas.openxmlformats.org/officeDocument/2006/relationships" id="2147483651" r:id="Ree60c0f41902423d"/>
    <p:sldLayoutId xmlns:r="http://schemas.openxmlformats.org/officeDocument/2006/relationships" id="2147483652" r:id="R44213c2825184ab3"/>
    <p:sldLayoutId xmlns:r="http://schemas.openxmlformats.org/officeDocument/2006/relationships" id="2147483653" r:id="R11adaea637854348"/>
    <p:sldLayoutId xmlns:r="http://schemas.openxmlformats.org/officeDocument/2006/relationships" id="2147483654" r:id="R02f9875dbe8b41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574ef555b4376" /><Relationship Type="http://schemas.openxmlformats.org/officeDocument/2006/relationships/image" Target="/ppt/media/image.jpeg" Id="R39770b4169cf4e78" /><Relationship Type="http://schemas.openxmlformats.org/officeDocument/2006/relationships/notesSlide" Target="/ppt/notesSlides/notesSlide1.xml" Id="R34feedac3f4c41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1d0a20376429f" /><Relationship Type="http://schemas.openxmlformats.org/officeDocument/2006/relationships/image" Target="/ppt/media/image2.jpeg" Id="Rd7d2737d4c574d87" /><Relationship Type="http://schemas.openxmlformats.org/officeDocument/2006/relationships/notesSlide" Target="/ppt/notesSlides/notesSlide2.xml" Id="Rc9c0793b28454a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298dbd31d4a30" /><Relationship Type="http://schemas.openxmlformats.org/officeDocument/2006/relationships/image" Target="/ppt/media/image3.jpeg" Id="R70c60f5dd43f41f9" /><Relationship Type="http://schemas.openxmlformats.org/officeDocument/2006/relationships/notesSlide" Target="/ppt/notesSlides/notesSlide3.xml" Id="Re03c4a4209ed4c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f75ba7a544b2d" /><Relationship Type="http://schemas.openxmlformats.org/officeDocument/2006/relationships/image" Target="/ppt/media/image4.jpeg" Id="Rf16f0d65c9e048c5" /><Relationship Type="http://schemas.openxmlformats.org/officeDocument/2006/relationships/notesSlide" Target="/ppt/notesSlides/notesSlide4.xml" Id="R8d1f2ef6848e45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b9135f58c4de3" /><Relationship Type="http://schemas.openxmlformats.org/officeDocument/2006/relationships/image" Target="/ppt/media/image5.jpeg" Id="Rb73cb06dbdce4c25" /><Relationship Type="http://schemas.openxmlformats.org/officeDocument/2006/relationships/notesSlide" Target="/ppt/notesSlides/notesSlide5.xml" Id="Rf1e53240d3e648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c3804c0c44db5" /><Relationship Type="http://schemas.openxmlformats.org/officeDocument/2006/relationships/image" Target="/ppt/media/image6.jpeg" Id="R3879467d60274aae" /><Relationship Type="http://schemas.openxmlformats.org/officeDocument/2006/relationships/notesSlide" Target="/ppt/notesSlides/notesSlide6.xml" Id="Rac71f7ffcbf143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f83726106426f" /><Relationship Type="http://schemas.openxmlformats.org/officeDocument/2006/relationships/image" Target="/ppt/media/image7.jpeg" Id="R05b4cc20dfca479b" /><Relationship Type="http://schemas.openxmlformats.org/officeDocument/2006/relationships/notesSlide" Target="/ppt/notesSlides/notesSlide7.xml" Id="R6e656438659e4e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20a022d3bf49f6" /><Relationship Type="http://schemas.openxmlformats.org/officeDocument/2006/relationships/image" Target="/ppt/media/image8.jpeg" Id="Re24fa6d97c394868" /><Relationship Type="http://schemas.openxmlformats.org/officeDocument/2006/relationships/notesSlide" Target="/ppt/notesSlides/notesSlide8.xml" Id="R6b5335d5dfda4c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f881edf274029" /><Relationship Type="http://schemas.openxmlformats.org/officeDocument/2006/relationships/image" Target="/ppt/media/image9.jpeg" Id="R01a4504fbb1b411a" /><Relationship Type="http://schemas.openxmlformats.org/officeDocument/2006/relationships/notesSlide" Target="/ppt/notesSlides/notesSlide9.xml" Id="Rdc8792a64f124b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7e515b8b34743" /><Relationship Type="http://schemas.openxmlformats.org/officeDocument/2006/relationships/image" Target="/ppt/media/image10.jpeg" Id="Rb4029c20649f471f" /><Relationship Type="http://schemas.openxmlformats.org/officeDocument/2006/relationships/notesSlide" Target="/ppt/notesSlides/notesSlide10.xml" Id="Ra6af235ef7724a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6bf7c3759467e" /><Relationship Type="http://schemas.openxmlformats.org/officeDocument/2006/relationships/image" Target="/ppt/media/image11.jpeg" Id="Rf58f0890f0d54669" /><Relationship Type="http://schemas.openxmlformats.org/officeDocument/2006/relationships/notesSlide" Target="/ppt/notesSlides/notesSlide11.xml" Id="R68106971155741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7553024fa4dac" /><Relationship Type="http://schemas.openxmlformats.org/officeDocument/2006/relationships/image" Target="/ppt/media/image12.jpeg" Id="Rc62fbb0813804b16" /><Relationship Type="http://schemas.openxmlformats.org/officeDocument/2006/relationships/notesSlide" Target="/ppt/notesSlides/notesSlide12.xml" Id="Rfc85e60127674b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a1c145b464e32" /><Relationship Type="http://schemas.openxmlformats.org/officeDocument/2006/relationships/image" Target="/ppt/media/image13.jpeg" Id="R2f9fce954b414388" /><Relationship Type="http://schemas.openxmlformats.org/officeDocument/2006/relationships/notesSlide" Target="/ppt/notesSlides/notesSlide13.xml" Id="R4d8f25941d6a40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b922661a404e10" /><Relationship Type="http://schemas.openxmlformats.org/officeDocument/2006/relationships/image" Target="/ppt/media/image14.jpeg" Id="R32585c7ccaa5404f" /><Relationship Type="http://schemas.openxmlformats.org/officeDocument/2006/relationships/notesSlide" Target="/ppt/notesSlides/notesSlide14.xml" Id="R3979c8b062d14b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6adcc2ce347f6" /><Relationship Type="http://schemas.openxmlformats.org/officeDocument/2006/relationships/image" Target="/ppt/media/image15.jpeg" Id="R53ae2c963c254066" /><Relationship Type="http://schemas.openxmlformats.org/officeDocument/2006/relationships/notesSlide" Target="/ppt/notesSlides/notesSlide15.xml" Id="R010d360ba17a4e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eced84f89423b" /><Relationship Type="http://schemas.openxmlformats.org/officeDocument/2006/relationships/image" Target="/ppt/media/image16.jpeg" Id="R9aa6175765e14544" /><Relationship Type="http://schemas.openxmlformats.org/officeDocument/2006/relationships/notesSlide" Target="/ppt/notesSlides/notesSlide16.xml" Id="R7246edf15f7a40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a2d3292eb4168" /><Relationship Type="http://schemas.openxmlformats.org/officeDocument/2006/relationships/image" Target="/ppt/media/image17.jpeg" Id="R50c436967f15477e" /><Relationship Type="http://schemas.openxmlformats.org/officeDocument/2006/relationships/notesSlide" Target="/ppt/notesSlides/notesSlide17.xml" Id="Rc784313455ca4c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9545cbe5c4ef1" /><Relationship Type="http://schemas.openxmlformats.org/officeDocument/2006/relationships/image" Target="/ppt/media/image18.jpeg" Id="R15d0166c3bbe4b78" /><Relationship Type="http://schemas.openxmlformats.org/officeDocument/2006/relationships/notesSlide" Target="/ppt/notesSlides/notesSlide18.xml" Id="R36d8ea09d0bc4c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f5e6ad6a94706" /><Relationship Type="http://schemas.openxmlformats.org/officeDocument/2006/relationships/image" Target="/ppt/media/image19.jpeg" Id="R9badee8851ad49b7" /><Relationship Type="http://schemas.openxmlformats.org/officeDocument/2006/relationships/notesSlide" Target="/ppt/notesSlides/notesSlide19.xml" Id="R5efde0c8b2984b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67bf79da140d0" /><Relationship Type="http://schemas.openxmlformats.org/officeDocument/2006/relationships/image" Target="/ppt/media/image20.jpeg" Id="R5e5bd3e628d145c1" /><Relationship Type="http://schemas.openxmlformats.org/officeDocument/2006/relationships/notesSlide" Target="/ppt/notesSlides/notesSlide20.xml" Id="Raa4ce387a7b144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8871fce89f454e" /><Relationship Type="http://schemas.openxmlformats.org/officeDocument/2006/relationships/image" Target="/ppt/media/image21.jpeg" Id="R12f9399b278c48bb" /><Relationship Type="http://schemas.openxmlformats.org/officeDocument/2006/relationships/notesSlide" Target="/ppt/notesSlides/notesSlide21.xml" Id="Re146c30fe6db4f5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0b2210f7a41a5" /><Relationship Type="http://schemas.openxmlformats.org/officeDocument/2006/relationships/image" Target="/ppt/media/image22.jpeg" Id="R810a157826434ea6" /><Relationship Type="http://schemas.openxmlformats.org/officeDocument/2006/relationships/notesSlide" Target="/ppt/notesSlides/notesSlide22.xml" Id="Ra69fc006af47478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d71e7a19a34fe8" /><Relationship Type="http://schemas.openxmlformats.org/officeDocument/2006/relationships/image" Target="/ppt/media/image23.jpeg" Id="R4058c496f7de49f9" /><Relationship Type="http://schemas.openxmlformats.org/officeDocument/2006/relationships/notesSlide" Target="/ppt/notesSlides/notesSlide23.xml" Id="R9212bf6a2fc54d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714778a0aa451d" /><Relationship Type="http://schemas.openxmlformats.org/officeDocument/2006/relationships/image" Target="/ppt/media/image24.jpeg" Id="R5271f51db880429f" /><Relationship Type="http://schemas.openxmlformats.org/officeDocument/2006/relationships/notesSlide" Target="/ppt/notesSlides/notesSlide24.xml" Id="R078de836ae274a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E84F4-5FD5-442E-8A01-F852B9C2B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70b4169cf4e7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919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C1EFB-FF68-4B72-B448-4D3CD99CCA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2737d4c574d8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346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57654-7E76-47F1-8300-275FEF94F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60f5dd43f41f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744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4EC0D-5BC6-49B5-A3A3-E764E1B22B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f0d65c9e048c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097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3745A-FB73-4C0A-91CC-18518E03C8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cb06dbdce4c2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4641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A97DD-5728-4F2B-B60E-C7AE3406D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9467d60274aa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677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C5876-17E2-4113-BBEC-2B054EF3B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4cc20dfca479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258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34A9B-341F-497B-A7BC-1E5BF039A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fa6d97c39486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193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9984F-F103-4ED8-BC01-0E5EA2CBE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4504fbb1b411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2957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0775A-8D49-418D-84D6-51730FB925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29c20649f471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177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8ECE4-73F2-415C-A871-069C49A49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f0890f0d5466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263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C233C-1555-45ED-A726-AC58B8881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fbb0813804b1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9441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CEBD3-936C-4476-B1CF-0550536FC2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fce954b4143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729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815CB-D35D-40DE-9AA6-C723A2BFBA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85c7ccaa5404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293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F86EA-C926-407E-A787-4D8287BA4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e2c963c25406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1286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F48F1-BEAC-44C9-AD63-CDF8CFA55D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6175765e1454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658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FAE9F-C609-41CA-B6E2-1020264BC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436967f15477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9905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EE42E-1E78-4D10-A91C-5AC411F297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0166c3bbe4b7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2296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0396B-9725-4207-AC83-3081FD7E8A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dee8851ad49b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7377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11D92-A9DC-4EEC-AA54-BD104C7742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bd3e628d145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1543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E701B-090E-4667-9917-88498CA865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9399b278c48b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8652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7C607-F117-4D33-B030-AF85FF768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a157826434ea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2519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988AB-199B-4920-BBEF-CCC046DF3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8c496f7de49f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4207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85B9C-3EC0-4F5B-B28A-CF6402D693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1f51db880429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92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2026-10-11T08:52:56.0050000Z</dcterms:created>
  <dcterms:modified xsi:type="dcterms:W3CDTF">2026-10-11T08:52:56.0050000Z</dcterms:modified>
</coreProperties>
</file>